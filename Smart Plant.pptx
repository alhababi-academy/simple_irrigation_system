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8"/>
  </p:notesMasterIdLst>
  <p:handoutMasterIdLst>
    <p:handoutMasterId r:id="rId19"/>
  </p:handoutMasterIdLst>
  <p:sldIdLst>
    <p:sldId id="289" r:id="rId5"/>
    <p:sldId id="288" r:id="rId6"/>
    <p:sldId id="276" r:id="rId7"/>
    <p:sldId id="283" r:id="rId8"/>
    <p:sldId id="261" r:id="rId9"/>
    <p:sldId id="257" r:id="rId10"/>
    <p:sldId id="264" r:id="rId11"/>
    <p:sldId id="265" r:id="rId12"/>
    <p:sldId id="263" r:id="rId13"/>
    <p:sldId id="268" r:id="rId14"/>
    <p:sldId id="266" r:id="rId15"/>
    <p:sldId id="267" r:id="rId16"/>
    <p:sldId id="2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94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80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7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2374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355955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46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680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27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89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42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10/6/2024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Smart Plant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B2BAECB-35E2-4DD9-8B8C-22D215DD0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Placeholder 6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0" r="11309"/>
          <a:stretch/>
        </p:blipFill>
        <p:spPr>
          <a:xfrm>
            <a:off x="6938682" y="10"/>
            <a:ext cx="5253320" cy="6857990"/>
          </a:xfrm>
          <a:custGeom>
            <a:avLst/>
            <a:gdLst/>
            <a:ahLst/>
            <a:cxnLst/>
            <a:rect l="l" t="t" r="r" b="b"/>
            <a:pathLst>
              <a:path w="5253320" h="6858000">
                <a:moveTo>
                  <a:pt x="722088" y="0"/>
                </a:moveTo>
                <a:lnTo>
                  <a:pt x="5253320" y="0"/>
                </a:lnTo>
                <a:lnTo>
                  <a:pt x="525332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467834"/>
            <a:ext cx="6132605" cy="17384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ar-YE" dirty="0"/>
              <a:t>فهرس</a:t>
            </a:r>
            <a:endParaRPr lang="en-US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5528235" y="0"/>
            <a:ext cx="6663765" cy="99209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2" y="2206255"/>
            <a:ext cx="5487146" cy="4118345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Building confidence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Engaging the audience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Visual aids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Final tips &amp; takeaways</a:t>
            </a:r>
          </a:p>
        </p:txBody>
      </p:sp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 anchor="t"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ENGAGING THE AUDIENCE</a:t>
            </a:r>
            <a:endParaRPr lang="en-US" dirty="0"/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n-US"/>
              <a:t>SELECTING VISUAL AIDS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Know your material in advance</a:t>
            </a:r>
          </a:p>
          <a:p>
            <a:r>
              <a:rPr lang="en-US"/>
              <a:t>Anticipate common questions</a:t>
            </a:r>
          </a:p>
          <a:p>
            <a:r>
              <a:rPr lang="en-US"/>
              <a:t>Rehearse your responses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/>
              <a:t>Stay calm</a:t>
            </a:r>
          </a:p>
          <a:p>
            <a:pPr lvl="1"/>
            <a:r>
              <a:rPr lang="en-US"/>
              <a:t>Actively listen</a:t>
            </a:r>
          </a:p>
          <a:p>
            <a:pPr lvl="1"/>
            <a:r>
              <a:rPr lang="en-US"/>
              <a:t>Pause and reflect</a:t>
            </a:r>
          </a:p>
          <a:p>
            <a:pPr lvl="1"/>
            <a:r>
              <a:rPr lang="en-US"/>
              <a:t>Maintain eye contact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Your ability to communicate effectively </a:t>
            </a:r>
            <a:br>
              <a:rPr lang="en-US" dirty="0"/>
            </a:br>
            <a:r>
              <a:rPr lang="en-US" dirty="0"/>
              <a:t>will leave a lasting impact on your </a:t>
            </a:r>
            <a:br>
              <a:rPr lang="en-US" dirty="0"/>
            </a:br>
            <a:r>
              <a:rPr lang="en-US" dirty="0"/>
              <a:t>audience</a:t>
            </a:r>
          </a:p>
          <a:p>
            <a:r>
              <a:rPr lang="en-US" dirty="0"/>
              <a:t>Effectively communicating involves not </a:t>
            </a:r>
            <a:br>
              <a:rPr lang="en-US" dirty="0"/>
            </a:br>
            <a:r>
              <a:rPr lang="en-US" dirty="0"/>
              <a:t>only delivering a message but also </a:t>
            </a:r>
            <a:br>
              <a:rPr lang="en-US" dirty="0"/>
            </a:br>
            <a:r>
              <a:rPr lang="en-US" dirty="0"/>
              <a:t>resonating with the experiences, values, </a:t>
            </a:r>
            <a:br>
              <a:rPr lang="en-US" dirty="0"/>
            </a:br>
            <a:r>
              <a:rPr lang="en-US" dirty="0"/>
              <a:t>and emotions of those listening 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DYNAMIC DELIVERY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F01CF5D3-D3B1-1944-CFDF-D8EE11DE42A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132532233"/>
              </p:ext>
            </p:extLst>
          </p:nvPr>
        </p:nvGraphicFramePr>
        <p:xfrm>
          <a:off x="4108450" y="2136775"/>
          <a:ext cx="7059592" cy="387202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7648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76489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11525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82969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32813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Consistent rehearsal</a:t>
            </a:r>
          </a:p>
          <a:p>
            <a:pPr lvl="1"/>
            <a:r>
              <a:rPr lang="en-US"/>
              <a:t>Strengthen your familiarity</a:t>
            </a:r>
          </a:p>
          <a:p>
            <a:r>
              <a:rPr lang="en-US"/>
              <a:t>Refine delivery style</a:t>
            </a:r>
          </a:p>
          <a:p>
            <a:pPr lvl="1"/>
            <a:r>
              <a:rPr lang="en-US"/>
              <a:t>Pacing, tone, and emphasis</a:t>
            </a:r>
          </a:p>
          <a:p>
            <a:r>
              <a:rPr lang="en-US"/>
              <a:t>Timing and transitions</a:t>
            </a:r>
          </a:p>
          <a:p>
            <a:pPr lvl="1"/>
            <a:r>
              <a:rPr lang="en-US"/>
              <a:t>Aim for seamless, professional delivery</a:t>
            </a:r>
          </a:p>
          <a:p>
            <a:r>
              <a:rPr lang="en-US"/>
              <a:t>Practice audience</a:t>
            </a:r>
          </a:p>
          <a:p>
            <a:pPr lvl="1"/>
            <a:r>
              <a:rPr lang="en-US"/>
              <a:t>Enlist colleagues to listen &amp; provide feedback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/>
              <a:t>Seek feedback</a:t>
            </a:r>
          </a:p>
          <a:p>
            <a:r>
              <a:rPr lang="en-US"/>
              <a:t>Reflect on performance</a:t>
            </a:r>
          </a:p>
          <a:p>
            <a:r>
              <a:rPr lang="en-US"/>
              <a:t>Explore new techniques</a:t>
            </a:r>
          </a:p>
          <a:p>
            <a:r>
              <a:rPr lang="en-US"/>
              <a:t>Set personal goals</a:t>
            </a:r>
          </a:p>
          <a:p>
            <a:r>
              <a:rPr lang="en-US"/>
              <a:t>Iterate and adapt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9" name="Table Placeholder 3">
            <a:extLst>
              <a:ext uri="{FF2B5EF4-FFF2-40B4-BE49-F238E27FC236}">
                <a16:creationId xmlns:a16="http://schemas.microsoft.com/office/drawing/2014/main" id="{998759BF-36E2-2AC0-C9B8-88C6BF075154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98846581"/>
              </p:ext>
            </p:extLst>
          </p:nvPr>
        </p:nvGraphicFramePr>
        <p:xfrm>
          <a:off x="838200" y="2125663"/>
          <a:ext cx="10515600" cy="3627358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15787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8946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15787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+mn-lt"/>
                        </a:rPr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t">
            <a:norm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{B1514EDA-3FE3-4D26-813D-8E11DEC1E65F}tf22797433_win32</Template>
  <TotalTime>6</TotalTime>
  <Words>427</Words>
  <Application>Microsoft Office PowerPoint</Application>
  <PresentationFormat>Widescreen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Univers Condensed Light</vt:lpstr>
      <vt:lpstr>Walbaum Display Light</vt:lpstr>
      <vt:lpstr>AngleLinesVTI</vt:lpstr>
      <vt:lpstr>Smart Plant</vt:lpstr>
      <vt:lpstr>فهرس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Zeyad Alhababi</dc:creator>
  <cp:lastModifiedBy>Zeyad Alhababi</cp:lastModifiedBy>
  <cp:revision>1</cp:revision>
  <dcterms:created xsi:type="dcterms:W3CDTF">2024-10-06T10:42:53Z</dcterms:created>
  <dcterms:modified xsi:type="dcterms:W3CDTF">2024-10-06T10:49:48Z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